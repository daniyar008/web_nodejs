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70" r:id="rId5"/>
    <p:sldId id="259" r:id="rId6"/>
    <p:sldId id="260" r:id="rId7"/>
    <p:sldId id="271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224" autoAdjust="0"/>
  </p:normalViewPr>
  <p:slideViewPr>
    <p:cSldViewPr snapToGrid="0">
      <p:cViewPr varScale="1">
        <p:scale>
          <a:sx n="71" d="100"/>
          <a:sy n="71" d="100"/>
        </p:scale>
        <p:origin x="110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690BA5-2F4C-4A1D-B966-D29A54B0910D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82E1E7-EA17-4F76-98A9-9367E9BBB0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2443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File</a:t>
            </a:r>
            <a:r>
              <a:rPr lang="en-US" dirty="0"/>
              <a:t> – </a:t>
            </a:r>
            <a:r>
              <a:rPr lang="ru-RU" dirty="0" err="1"/>
              <a:t>деректер</a:t>
            </a:r>
            <a:r>
              <a:rPr lang="ru-RU" dirty="0"/>
              <a:t> </a:t>
            </a:r>
            <a:r>
              <a:rPr lang="ru-RU" dirty="0" err="1"/>
              <a:t>сақталған</a:t>
            </a:r>
            <a:r>
              <a:rPr lang="ru-RU" dirty="0"/>
              <a:t> файл. </a:t>
            </a:r>
            <a:r>
              <a:rPr lang="en-US" b="1" dirty="0"/>
              <a:t>Channel</a:t>
            </a:r>
            <a:r>
              <a:rPr lang="en-US" dirty="0"/>
              <a:t> – </a:t>
            </a:r>
            <a:r>
              <a:rPr lang="ru-RU" dirty="0"/>
              <a:t>файл мен </a:t>
            </a:r>
            <a:r>
              <a:rPr lang="ru-RU" dirty="0" err="1"/>
              <a:t>бағдарлама</a:t>
            </a:r>
            <a:r>
              <a:rPr lang="ru-RU" dirty="0"/>
              <a:t> </a:t>
            </a:r>
            <a:r>
              <a:rPr lang="ru-RU" dirty="0" err="1"/>
              <a:t>арасындағы</a:t>
            </a:r>
            <a:r>
              <a:rPr lang="ru-RU" dirty="0"/>
              <a:t> </a:t>
            </a:r>
            <a:r>
              <a:rPr lang="ru-RU" dirty="0" err="1"/>
              <a:t>деректер</a:t>
            </a:r>
            <a:r>
              <a:rPr lang="ru-RU" dirty="0"/>
              <a:t> </a:t>
            </a:r>
            <a:r>
              <a:rPr lang="ru-RU" dirty="0" err="1"/>
              <a:t>өтетін</a:t>
            </a:r>
            <a:r>
              <a:rPr lang="ru-RU" dirty="0"/>
              <a:t> </a:t>
            </a:r>
            <a:r>
              <a:rPr lang="ru-RU" dirty="0" err="1"/>
              <a:t>арна</a:t>
            </a:r>
            <a:r>
              <a:rPr lang="ru-RU" dirty="0"/>
              <a:t>. </a:t>
            </a:r>
            <a:r>
              <a:rPr lang="en-US" b="1" dirty="0"/>
              <a:t>Buffer</a:t>
            </a:r>
            <a:r>
              <a:rPr lang="en-US" dirty="0"/>
              <a:t> – </a:t>
            </a:r>
            <a:r>
              <a:rPr lang="ru-RU" dirty="0" err="1"/>
              <a:t>деректер</a:t>
            </a:r>
            <a:r>
              <a:rPr lang="ru-RU" dirty="0"/>
              <a:t> </a:t>
            </a:r>
            <a:r>
              <a:rPr lang="ru-RU" dirty="0" err="1"/>
              <a:t>уақытша</a:t>
            </a:r>
            <a:r>
              <a:rPr lang="ru-RU" dirty="0"/>
              <a:t> </a:t>
            </a:r>
            <a:r>
              <a:rPr lang="ru-RU" dirty="0" err="1"/>
              <a:t>сақталатын</a:t>
            </a:r>
            <a:r>
              <a:rPr lang="ru-RU" dirty="0"/>
              <a:t> </a:t>
            </a:r>
            <a:r>
              <a:rPr lang="ru-RU" dirty="0" err="1"/>
              <a:t>жады</a:t>
            </a:r>
            <a:r>
              <a:rPr lang="ru-RU" dirty="0"/>
              <a:t>. </a:t>
            </a:r>
            <a:r>
              <a:rPr lang="ru-RU" b="1" dirty="0" err="1"/>
              <a:t>Бағдарлама</a:t>
            </a:r>
            <a:r>
              <a:rPr lang="ru-RU" dirty="0"/>
              <a:t> – </a:t>
            </a:r>
            <a:r>
              <a:rPr lang="en-US" dirty="0"/>
              <a:t>Buffer-</a:t>
            </a:r>
            <a:r>
              <a:rPr lang="ru-RU" dirty="0"/>
              <a:t>дан </a:t>
            </a:r>
            <a:r>
              <a:rPr lang="ru-RU" dirty="0" err="1"/>
              <a:t>деректерді</a:t>
            </a:r>
            <a:r>
              <a:rPr lang="ru-RU" dirty="0"/>
              <a:t> </a:t>
            </a:r>
            <a:r>
              <a:rPr lang="ru-RU" dirty="0" err="1"/>
              <a:t>оқып</a:t>
            </a:r>
            <a:r>
              <a:rPr lang="ru-RU" dirty="0"/>
              <a:t>, </a:t>
            </a:r>
            <a:r>
              <a:rPr lang="ru-RU" dirty="0" err="1"/>
              <a:t>өңдейді</a:t>
            </a:r>
            <a:r>
              <a:rPr lang="ru-RU" dirty="0"/>
              <a:t>.</a:t>
            </a:r>
          </a:p>
          <a:p>
            <a:r>
              <a:rPr lang="ru-RU" dirty="0" err="1"/>
              <a:t>Файлдан</a:t>
            </a:r>
            <a:r>
              <a:rPr lang="ru-RU" dirty="0"/>
              <a:t> </a:t>
            </a:r>
            <a:r>
              <a:rPr lang="ru-RU" dirty="0" err="1"/>
              <a:t>дерек</a:t>
            </a:r>
            <a:r>
              <a:rPr lang="ru-RU" dirty="0"/>
              <a:t> </a:t>
            </a:r>
            <a:r>
              <a:rPr lang="en-US" dirty="0"/>
              <a:t>Channel </a:t>
            </a:r>
            <a:r>
              <a:rPr lang="ru-RU" dirty="0" err="1"/>
              <a:t>арқылы</a:t>
            </a:r>
            <a:r>
              <a:rPr lang="ru-RU" dirty="0"/>
              <a:t> </a:t>
            </a:r>
            <a:r>
              <a:rPr lang="en-US" dirty="0"/>
              <a:t>Buffer-</a:t>
            </a:r>
            <a:r>
              <a:rPr lang="ru-RU" dirty="0" err="1"/>
              <a:t>ға</a:t>
            </a:r>
            <a:r>
              <a:rPr lang="ru-RU" dirty="0"/>
              <a:t> </a:t>
            </a:r>
            <a:r>
              <a:rPr lang="ru-RU" dirty="0" err="1"/>
              <a:t>келеді</a:t>
            </a:r>
            <a:r>
              <a:rPr lang="ru-RU" dirty="0"/>
              <a:t>, ал </a:t>
            </a:r>
            <a:r>
              <a:rPr lang="ru-RU" dirty="0" err="1"/>
              <a:t>бағдарлама</a:t>
            </a:r>
            <a:r>
              <a:rPr lang="ru-RU" dirty="0"/>
              <a:t> </a:t>
            </a:r>
            <a:r>
              <a:rPr lang="en-US" dirty="0"/>
              <a:t>Buffer-</a:t>
            </a:r>
            <a:r>
              <a:rPr lang="ru-RU" dirty="0"/>
              <a:t>дан </a:t>
            </a:r>
            <a:r>
              <a:rPr lang="ru-RU" dirty="0" err="1"/>
              <a:t>оқиды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2E1E7-EA17-4F76-98A9-9367E9BBB02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430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Non-blocking I/O</a:t>
            </a:r>
            <a:r>
              <a:rPr lang="en-US" dirty="0"/>
              <a:t> — </a:t>
            </a:r>
            <a:r>
              <a:rPr lang="ru-RU" dirty="0" err="1"/>
              <a:t>бұл</a:t>
            </a:r>
            <a:r>
              <a:rPr lang="ru-RU" dirty="0"/>
              <a:t> </a:t>
            </a:r>
            <a:r>
              <a:rPr lang="ru-RU" dirty="0" err="1"/>
              <a:t>күтуді</a:t>
            </a:r>
            <a:r>
              <a:rPr lang="ru-RU" dirty="0"/>
              <a:t> </a:t>
            </a:r>
            <a:r>
              <a:rPr lang="ru-RU" dirty="0" err="1"/>
              <a:t>жою</a:t>
            </a:r>
            <a:r>
              <a:rPr lang="ru-RU" dirty="0"/>
              <a:t> </a:t>
            </a:r>
            <a:r>
              <a:rPr lang="ru-RU" dirty="0" err="1"/>
              <a:t>механизмі</a:t>
            </a:r>
            <a:r>
              <a:rPr lang="ru-RU" dirty="0"/>
              <a:t>. </a:t>
            </a:r>
            <a:r>
              <a:rPr lang="ru-RU" dirty="0" err="1"/>
              <a:t>Ол</a:t>
            </a:r>
            <a:r>
              <a:rPr lang="ru-RU" dirty="0"/>
              <a:t> </a:t>
            </a:r>
            <a:r>
              <a:rPr lang="ru-RU" dirty="0" err="1"/>
              <a:t>бағдарламаға</a:t>
            </a:r>
            <a:r>
              <a:rPr lang="ru-RU" dirty="0"/>
              <a:t> "</a:t>
            </a:r>
            <a:r>
              <a:rPr lang="ru-RU" dirty="0" err="1"/>
              <a:t>жұмыс</a:t>
            </a:r>
            <a:r>
              <a:rPr lang="ru-RU" dirty="0"/>
              <a:t> </a:t>
            </a:r>
            <a:r>
              <a:rPr lang="ru-RU" dirty="0" err="1"/>
              <a:t>істеп</a:t>
            </a:r>
            <a:r>
              <a:rPr lang="ru-RU" dirty="0"/>
              <a:t> </a:t>
            </a:r>
            <a:r>
              <a:rPr lang="ru-RU" dirty="0" err="1"/>
              <a:t>жатқанда</a:t>
            </a:r>
            <a:r>
              <a:rPr lang="ru-RU" dirty="0"/>
              <a:t> </a:t>
            </a:r>
            <a:r>
              <a:rPr lang="ru-RU" dirty="0" err="1"/>
              <a:t>күтпеуге</a:t>
            </a:r>
            <a:r>
              <a:rPr lang="ru-RU" dirty="0"/>
              <a:t>" </a:t>
            </a:r>
            <a:r>
              <a:rPr lang="ru-RU" dirty="0" err="1"/>
              <a:t>мүмкіндік</a:t>
            </a:r>
            <a:r>
              <a:rPr lang="ru-RU" dirty="0"/>
              <a:t> </a:t>
            </a:r>
            <a:r>
              <a:rPr lang="ru-RU" dirty="0" err="1"/>
              <a:t>береді</a:t>
            </a:r>
            <a:r>
              <a:rPr lang="ru-RU" dirty="0"/>
              <a:t>, осы </a:t>
            </a:r>
            <a:r>
              <a:rPr lang="ru-RU" dirty="0" err="1"/>
              <a:t>арқылы</a:t>
            </a:r>
            <a:r>
              <a:rPr lang="ru-RU" dirty="0"/>
              <a:t> </a:t>
            </a:r>
            <a:r>
              <a:rPr lang="ru-RU" dirty="0" err="1"/>
              <a:t>жүйенің</a:t>
            </a:r>
            <a:r>
              <a:rPr lang="ru-RU" dirty="0"/>
              <a:t> </a:t>
            </a:r>
            <a:r>
              <a:rPr lang="ru-RU" dirty="0" err="1"/>
              <a:t>жалпы</a:t>
            </a:r>
            <a:r>
              <a:rPr lang="ru-RU" dirty="0"/>
              <a:t> </a:t>
            </a:r>
            <a:r>
              <a:rPr lang="ru-RU" dirty="0" err="1"/>
              <a:t>жылдамдығы</a:t>
            </a:r>
            <a:r>
              <a:rPr lang="ru-RU" dirty="0"/>
              <a:t> мен </a:t>
            </a:r>
            <a:r>
              <a:rPr lang="ru-RU" dirty="0" err="1"/>
              <a:t>тұрақтылығы</a:t>
            </a:r>
            <a:r>
              <a:rPr lang="ru-RU" dirty="0"/>
              <a:t> </a:t>
            </a:r>
            <a:r>
              <a:rPr lang="ru-RU" dirty="0" err="1"/>
              <a:t>артады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2E1E7-EA17-4F76-98A9-9367E9BBB02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008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Non-blocking I/O</a:t>
            </a:r>
            <a:r>
              <a:rPr lang="en-US" dirty="0"/>
              <a:t> — </a:t>
            </a:r>
            <a:r>
              <a:rPr lang="ru-RU" dirty="0" err="1"/>
              <a:t>бұл</a:t>
            </a:r>
            <a:r>
              <a:rPr lang="ru-RU" dirty="0"/>
              <a:t> </a:t>
            </a:r>
            <a:r>
              <a:rPr lang="ru-RU" dirty="0" err="1"/>
              <a:t>күтуді</a:t>
            </a:r>
            <a:r>
              <a:rPr lang="ru-RU" dirty="0"/>
              <a:t> </a:t>
            </a:r>
            <a:r>
              <a:rPr lang="ru-RU" dirty="0" err="1"/>
              <a:t>жою</a:t>
            </a:r>
            <a:r>
              <a:rPr lang="ru-RU" dirty="0"/>
              <a:t> </a:t>
            </a:r>
            <a:r>
              <a:rPr lang="ru-RU" dirty="0" err="1"/>
              <a:t>механизмі</a:t>
            </a:r>
            <a:r>
              <a:rPr lang="ru-RU" dirty="0"/>
              <a:t>. </a:t>
            </a:r>
            <a:r>
              <a:rPr lang="ru-RU" dirty="0" err="1"/>
              <a:t>Ол</a:t>
            </a:r>
            <a:r>
              <a:rPr lang="ru-RU" dirty="0"/>
              <a:t> </a:t>
            </a:r>
            <a:r>
              <a:rPr lang="ru-RU" dirty="0" err="1"/>
              <a:t>бағдарламаға</a:t>
            </a:r>
            <a:r>
              <a:rPr lang="ru-RU" dirty="0"/>
              <a:t> "</a:t>
            </a:r>
            <a:r>
              <a:rPr lang="ru-RU" dirty="0" err="1"/>
              <a:t>жұмыс</a:t>
            </a:r>
            <a:r>
              <a:rPr lang="ru-RU" dirty="0"/>
              <a:t> </a:t>
            </a:r>
            <a:r>
              <a:rPr lang="ru-RU" dirty="0" err="1"/>
              <a:t>істеп</a:t>
            </a:r>
            <a:r>
              <a:rPr lang="ru-RU" dirty="0"/>
              <a:t> </a:t>
            </a:r>
            <a:r>
              <a:rPr lang="ru-RU" dirty="0" err="1"/>
              <a:t>жатқанда</a:t>
            </a:r>
            <a:r>
              <a:rPr lang="ru-RU" dirty="0"/>
              <a:t> </a:t>
            </a:r>
            <a:r>
              <a:rPr lang="ru-RU" dirty="0" err="1"/>
              <a:t>күтпеуге</a:t>
            </a:r>
            <a:r>
              <a:rPr lang="ru-RU" dirty="0"/>
              <a:t>" </a:t>
            </a:r>
            <a:r>
              <a:rPr lang="ru-RU" dirty="0" err="1"/>
              <a:t>мүмкіндік</a:t>
            </a:r>
            <a:r>
              <a:rPr lang="ru-RU" dirty="0"/>
              <a:t> </a:t>
            </a:r>
            <a:r>
              <a:rPr lang="ru-RU" dirty="0" err="1"/>
              <a:t>береді</a:t>
            </a:r>
            <a:r>
              <a:rPr lang="ru-RU" dirty="0"/>
              <a:t>, осы </a:t>
            </a:r>
            <a:r>
              <a:rPr lang="ru-RU" dirty="0" err="1"/>
              <a:t>арқылы</a:t>
            </a:r>
            <a:r>
              <a:rPr lang="ru-RU" dirty="0"/>
              <a:t> </a:t>
            </a:r>
            <a:r>
              <a:rPr lang="ru-RU" dirty="0" err="1"/>
              <a:t>жүйенің</a:t>
            </a:r>
            <a:r>
              <a:rPr lang="ru-RU" dirty="0"/>
              <a:t> </a:t>
            </a:r>
            <a:r>
              <a:rPr lang="ru-RU" dirty="0" err="1"/>
              <a:t>жалпы</a:t>
            </a:r>
            <a:r>
              <a:rPr lang="ru-RU" dirty="0"/>
              <a:t> </a:t>
            </a:r>
            <a:r>
              <a:rPr lang="ru-RU" dirty="0" err="1"/>
              <a:t>жылдамдығы</a:t>
            </a:r>
            <a:r>
              <a:rPr lang="ru-RU" dirty="0"/>
              <a:t> мен </a:t>
            </a:r>
            <a:r>
              <a:rPr lang="ru-RU" dirty="0" err="1"/>
              <a:t>тұрақтылығы</a:t>
            </a:r>
            <a:r>
              <a:rPr lang="ru-RU" dirty="0"/>
              <a:t> </a:t>
            </a:r>
            <a:r>
              <a:rPr lang="ru-RU" dirty="0" err="1"/>
              <a:t>артады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2E1E7-EA17-4F76-98A9-9367E9BBB02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131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Яғни</a:t>
            </a:r>
            <a:r>
              <a:rPr lang="ru-RU" dirty="0"/>
              <a:t> "</a:t>
            </a:r>
            <a:r>
              <a:rPr lang="en-US" dirty="0"/>
              <a:t>Hello Java" </a:t>
            </a:r>
            <a:r>
              <a:rPr lang="ru-RU" dirty="0" err="1"/>
              <a:t>мәтіні</a:t>
            </a:r>
            <a:r>
              <a:rPr lang="ru-RU" dirty="0"/>
              <a:t> </a:t>
            </a:r>
            <a:r>
              <a:rPr lang="ru-RU" b="1" dirty="0"/>
              <a:t>байт </a:t>
            </a:r>
            <a:r>
              <a:rPr lang="ru-RU" b="1" dirty="0" err="1"/>
              <a:t>массивіне</a:t>
            </a:r>
            <a:r>
              <a:rPr lang="ru-RU" dirty="0"/>
              <a:t> </a:t>
            </a:r>
            <a:r>
              <a:rPr lang="ru-RU" dirty="0" err="1"/>
              <a:t>айналады</a:t>
            </a:r>
            <a:r>
              <a:rPr lang="ru-RU" dirty="0"/>
              <a:t> да, </a:t>
            </a:r>
            <a:r>
              <a:rPr lang="en-US" dirty="0" err="1"/>
              <a:t>Files.write</a:t>
            </a:r>
            <a:r>
              <a:rPr lang="en-US" dirty="0"/>
              <a:t>() </a:t>
            </a:r>
            <a:r>
              <a:rPr lang="ru-RU" dirty="0" err="1"/>
              <a:t>сол</a:t>
            </a:r>
            <a:r>
              <a:rPr lang="ru-RU" dirty="0"/>
              <a:t> </a:t>
            </a:r>
            <a:r>
              <a:rPr lang="ru-RU" dirty="0" err="1"/>
              <a:t>байттарды</a:t>
            </a:r>
            <a:r>
              <a:rPr lang="ru-RU" dirty="0"/>
              <a:t> </a:t>
            </a:r>
            <a:r>
              <a:rPr lang="ru-RU" dirty="0" err="1"/>
              <a:t>файлға</a:t>
            </a:r>
            <a:r>
              <a:rPr lang="ru-RU" dirty="0"/>
              <a:t> </a:t>
            </a:r>
            <a:r>
              <a:rPr lang="ru-RU" dirty="0" err="1"/>
              <a:t>жазады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2E1E7-EA17-4F76-98A9-9367E9BBB02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115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 err="1"/>
              <a:t>Есте</a:t>
            </a:r>
            <a:r>
              <a:rPr lang="ru-RU" b="1" dirty="0"/>
              <a:t> </a:t>
            </a:r>
            <a:r>
              <a:rPr lang="ru-RU" b="1" dirty="0" err="1"/>
              <a:t>сақта</a:t>
            </a:r>
            <a:endParaRPr lang="ru-RU" b="1" dirty="0"/>
          </a:p>
          <a:p>
            <a:r>
              <a:rPr lang="en-US" dirty="0" err="1"/>
              <a:t>Files.delete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→ </a:t>
            </a:r>
            <a:r>
              <a:rPr lang="ru-RU" dirty="0"/>
              <a:t>файл </a:t>
            </a:r>
            <a:r>
              <a:rPr lang="ru-RU" dirty="0" err="1"/>
              <a:t>жоқ</a:t>
            </a:r>
            <a:r>
              <a:rPr lang="ru-RU" dirty="0"/>
              <a:t> </a:t>
            </a:r>
            <a:r>
              <a:rPr lang="ru-RU" dirty="0" err="1"/>
              <a:t>болса</a:t>
            </a:r>
            <a:r>
              <a:rPr lang="ru-RU" dirty="0"/>
              <a:t> </a:t>
            </a:r>
            <a:r>
              <a:rPr lang="ru-RU" b="1" dirty="0" err="1"/>
              <a:t>қате</a:t>
            </a:r>
            <a:r>
              <a:rPr lang="ru-RU" b="1" dirty="0"/>
              <a:t> </a:t>
            </a:r>
            <a:r>
              <a:rPr lang="ru-RU" b="1" dirty="0" err="1"/>
              <a:t>береді</a:t>
            </a:r>
            <a:endParaRPr lang="ru-RU" dirty="0"/>
          </a:p>
          <a:p>
            <a:r>
              <a:rPr lang="en-US" dirty="0" err="1"/>
              <a:t>Files.deleteIfExists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→ </a:t>
            </a:r>
            <a:r>
              <a:rPr lang="ru-RU" dirty="0"/>
              <a:t>файл </a:t>
            </a:r>
            <a:r>
              <a:rPr lang="ru-RU" dirty="0" err="1"/>
              <a:t>жоқ</a:t>
            </a:r>
            <a:r>
              <a:rPr lang="ru-RU" dirty="0"/>
              <a:t> </a:t>
            </a:r>
            <a:r>
              <a:rPr lang="ru-RU" dirty="0" err="1"/>
              <a:t>болса</a:t>
            </a:r>
            <a:r>
              <a:rPr lang="ru-RU" dirty="0"/>
              <a:t> </a:t>
            </a:r>
            <a:r>
              <a:rPr lang="ru-RU" b="1" dirty="0" err="1"/>
              <a:t>қате</a:t>
            </a:r>
            <a:r>
              <a:rPr lang="ru-RU" b="1" dirty="0"/>
              <a:t> </a:t>
            </a:r>
            <a:r>
              <a:rPr lang="ru-RU" b="1" dirty="0" err="1"/>
              <a:t>болмайды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2E1E7-EA17-4F76-98A9-9367E9BBB02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406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Яғни</a:t>
            </a:r>
            <a:r>
              <a:rPr lang="ru-RU" dirty="0"/>
              <a:t> файл </a:t>
            </a:r>
            <a:r>
              <a:rPr lang="ru-RU" dirty="0" err="1"/>
              <a:t>деректері</a:t>
            </a:r>
            <a:r>
              <a:rPr lang="ru-RU" dirty="0"/>
              <a:t> </a:t>
            </a:r>
            <a:r>
              <a:rPr lang="ru-RU" dirty="0" err="1"/>
              <a:t>алдымен</a:t>
            </a:r>
            <a:r>
              <a:rPr lang="ru-RU" dirty="0"/>
              <a:t> </a:t>
            </a:r>
            <a:r>
              <a:rPr lang="en-US" b="1" dirty="0"/>
              <a:t>buffer-</a:t>
            </a:r>
            <a:r>
              <a:rPr lang="ru-RU" b="1" dirty="0" err="1"/>
              <a:t>ға</a:t>
            </a:r>
            <a:r>
              <a:rPr lang="ru-RU" b="1" dirty="0"/>
              <a:t> </a:t>
            </a:r>
            <a:r>
              <a:rPr lang="ru-RU" b="1" dirty="0" err="1"/>
              <a:t>оқылады</a:t>
            </a:r>
            <a:r>
              <a:rPr lang="ru-RU" dirty="0"/>
              <a:t>, </a:t>
            </a:r>
            <a:r>
              <a:rPr lang="ru-RU" dirty="0" err="1"/>
              <a:t>содан</a:t>
            </a:r>
            <a:r>
              <a:rPr lang="ru-RU" dirty="0"/>
              <a:t> </a:t>
            </a:r>
            <a:r>
              <a:rPr lang="ru-RU" dirty="0" err="1"/>
              <a:t>кейін</a:t>
            </a:r>
            <a:r>
              <a:rPr lang="ru-RU" dirty="0"/>
              <a:t> </a:t>
            </a:r>
            <a:r>
              <a:rPr lang="ru-RU" dirty="0" err="1"/>
              <a:t>бағдарлама</a:t>
            </a:r>
            <a:r>
              <a:rPr lang="ru-RU" dirty="0"/>
              <a:t> </a:t>
            </a:r>
            <a:r>
              <a:rPr lang="ru-RU" dirty="0" err="1"/>
              <a:t>пайдаланады</a:t>
            </a:r>
            <a:r>
              <a:rPr lang="ru-RU" dirty="0"/>
              <a:t>.</a:t>
            </a:r>
            <a:r>
              <a:rPr lang="en-US" dirty="0"/>
              <a:t> </a:t>
            </a:r>
          </a:p>
          <a:p>
            <a:r>
              <a:rPr lang="en-US" dirty="0"/>
              <a:t>1️⃣ </a:t>
            </a:r>
            <a:r>
              <a:rPr lang="en-US" dirty="0" err="1"/>
              <a:t>FileInputStream</a:t>
            </a:r>
            <a:r>
              <a:rPr lang="en-US" dirty="0"/>
              <a:t> file = new </a:t>
            </a:r>
            <a:r>
              <a:rPr lang="en-US" dirty="0" err="1"/>
              <a:t>FileInputStream</a:t>
            </a:r>
            <a:r>
              <a:rPr lang="en-US" dirty="0"/>
              <a:t>("data.txt");</a:t>
            </a:r>
            <a:br>
              <a:rPr lang="en-US" dirty="0"/>
            </a:br>
            <a:r>
              <a:rPr lang="en-US" dirty="0"/>
              <a:t>→ </a:t>
            </a:r>
            <a:r>
              <a:rPr lang="en-US" b="1" dirty="0"/>
              <a:t>data.txt</a:t>
            </a:r>
            <a:r>
              <a:rPr lang="en-US" dirty="0"/>
              <a:t> </a:t>
            </a:r>
            <a:r>
              <a:rPr lang="ru-RU" dirty="0" err="1"/>
              <a:t>файлын</a:t>
            </a:r>
            <a:r>
              <a:rPr lang="ru-RU" dirty="0"/>
              <a:t> </a:t>
            </a:r>
            <a:r>
              <a:rPr lang="ru-RU" dirty="0" err="1"/>
              <a:t>ашады</a:t>
            </a:r>
            <a:r>
              <a:rPr lang="ru-RU" dirty="0"/>
              <a:t>.</a:t>
            </a:r>
          </a:p>
          <a:p>
            <a:r>
              <a:rPr lang="ru-RU" dirty="0"/>
              <a:t>2️⃣ </a:t>
            </a:r>
            <a:r>
              <a:rPr lang="en-US" dirty="0" err="1"/>
              <a:t>FileChannel</a:t>
            </a:r>
            <a:r>
              <a:rPr lang="en-US" dirty="0"/>
              <a:t> channel = </a:t>
            </a:r>
            <a:r>
              <a:rPr lang="en-US" dirty="0" err="1"/>
              <a:t>file.getChannel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→ </a:t>
            </a:r>
            <a:r>
              <a:rPr lang="ru-RU" dirty="0" err="1"/>
              <a:t>Файлдан</a:t>
            </a:r>
            <a:r>
              <a:rPr lang="ru-RU" dirty="0"/>
              <a:t> </a:t>
            </a:r>
            <a:r>
              <a:rPr lang="en-US" b="1" dirty="0"/>
              <a:t>Channel</a:t>
            </a:r>
            <a:r>
              <a:rPr lang="en-US" dirty="0"/>
              <a:t> </a:t>
            </a:r>
            <a:r>
              <a:rPr lang="ru-RU" dirty="0" err="1"/>
              <a:t>алады</a:t>
            </a:r>
            <a:r>
              <a:rPr lang="ru-RU" dirty="0"/>
              <a:t> (</a:t>
            </a:r>
            <a:r>
              <a:rPr lang="ru-RU" dirty="0" err="1"/>
              <a:t>деректер</a:t>
            </a:r>
            <a:r>
              <a:rPr lang="ru-RU" dirty="0"/>
              <a:t> </a:t>
            </a:r>
            <a:r>
              <a:rPr lang="ru-RU" dirty="0" err="1"/>
              <a:t>өтетін</a:t>
            </a:r>
            <a:r>
              <a:rPr lang="ru-RU" dirty="0"/>
              <a:t> </a:t>
            </a:r>
            <a:r>
              <a:rPr lang="ru-RU" dirty="0" err="1"/>
              <a:t>арна</a:t>
            </a:r>
            <a:r>
              <a:rPr lang="ru-RU" dirty="0"/>
              <a:t>).</a:t>
            </a:r>
          </a:p>
          <a:p>
            <a:r>
              <a:rPr lang="ru-RU" dirty="0"/>
              <a:t>3️⃣ </a:t>
            </a:r>
            <a:r>
              <a:rPr lang="en-US" dirty="0" err="1"/>
              <a:t>ByteBuffer</a:t>
            </a:r>
            <a:r>
              <a:rPr lang="en-US" dirty="0"/>
              <a:t> buffer = </a:t>
            </a:r>
            <a:r>
              <a:rPr lang="en-US" dirty="0" err="1"/>
              <a:t>ByteBuffer.allocate</a:t>
            </a:r>
            <a:r>
              <a:rPr lang="en-US" dirty="0"/>
              <a:t>(20);</a:t>
            </a:r>
            <a:br>
              <a:rPr lang="en-US" dirty="0"/>
            </a:br>
            <a:r>
              <a:rPr lang="en-US" dirty="0"/>
              <a:t>→ </a:t>
            </a:r>
            <a:r>
              <a:rPr lang="en-US" b="1" dirty="0"/>
              <a:t>20 </a:t>
            </a:r>
            <a:r>
              <a:rPr lang="ru-RU" b="1" dirty="0" err="1"/>
              <a:t>байттық</a:t>
            </a:r>
            <a:r>
              <a:rPr lang="ru-RU" b="1" dirty="0"/>
              <a:t> </a:t>
            </a:r>
            <a:r>
              <a:rPr lang="en-US" b="1" dirty="0"/>
              <a:t>Buffer</a:t>
            </a:r>
            <a:r>
              <a:rPr lang="en-US" dirty="0"/>
              <a:t> </a:t>
            </a:r>
            <a:r>
              <a:rPr lang="ru-RU" dirty="0" err="1"/>
              <a:t>жасайды</a:t>
            </a:r>
            <a:r>
              <a:rPr lang="ru-RU" dirty="0"/>
              <a:t>.</a:t>
            </a:r>
          </a:p>
          <a:p>
            <a:r>
              <a:rPr lang="ru-RU" dirty="0"/>
              <a:t>4️⃣ </a:t>
            </a:r>
            <a:r>
              <a:rPr lang="en-US" dirty="0" err="1"/>
              <a:t>channel.read</a:t>
            </a:r>
            <a:r>
              <a:rPr lang="en-US" dirty="0"/>
              <a:t>(buffer);</a:t>
            </a:r>
            <a:br>
              <a:rPr lang="en-US" dirty="0"/>
            </a:br>
            <a:r>
              <a:rPr lang="en-US" dirty="0"/>
              <a:t>→ </a:t>
            </a:r>
            <a:r>
              <a:rPr lang="ru-RU" dirty="0" err="1"/>
              <a:t>Файлдағы</a:t>
            </a:r>
            <a:r>
              <a:rPr lang="ru-RU" dirty="0"/>
              <a:t> </a:t>
            </a:r>
            <a:r>
              <a:rPr lang="ru-RU" dirty="0" err="1"/>
              <a:t>деректерді</a:t>
            </a:r>
            <a:r>
              <a:rPr lang="ru-RU" dirty="0"/>
              <a:t> </a:t>
            </a:r>
            <a:r>
              <a:rPr lang="en-US" b="1" dirty="0"/>
              <a:t>buffer-</a:t>
            </a:r>
            <a:r>
              <a:rPr lang="ru-RU" b="1" dirty="0" err="1"/>
              <a:t>ға</a:t>
            </a:r>
            <a:r>
              <a:rPr lang="ru-RU" b="1" dirty="0"/>
              <a:t> </a:t>
            </a:r>
            <a:r>
              <a:rPr lang="ru-RU" b="1" dirty="0" err="1"/>
              <a:t>оқиды</a:t>
            </a:r>
            <a:r>
              <a:rPr lang="ru-RU" dirty="0"/>
              <a:t>.</a:t>
            </a:r>
          </a:p>
          <a:p>
            <a:r>
              <a:rPr lang="ru-RU" dirty="0"/>
              <a:t>5️⃣ </a:t>
            </a:r>
            <a:r>
              <a:rPr lang="en-US" dirty="0" err="1"/>
              <a:t>System.out.println</a:t>
            </a:r>
            <a:r>
              <a:rPr lang="en-US" dirty="0"/>
              <a:t>("</a:t>
            </a:r>
            <a:r>
              <a:rPr lang="ru-RU" dirty="0"/>
              <a:t>Файл </a:t>
            </a:r>
            <a:r>
              <a:rPr lang="ru-RU" dirty="0" err="1"/>
              <a:t>оқылды</a:t>
            </a:r>
            <a:r>
              <a:rPr lang="ru-RU" dirty="0"/>
              <a:t>");</a:t>
            </a:r>
            <a:br>
              <a:rPr lang="ru-RU" dirty="0"/>
            </a:br>
            <a:r>
              <a:rPr lang="ru-RU" dirty="0"/>
              <a:t>→ </a:t>
            </a:r>
            <a:r>
              <a:rPr lang="ru-RU" dirty="0" err="1"/>
              <a:t>Экранға</a:t>
            </a:r>
            <a:r>
              <a:rPr lang="ru-RU" dirty="0"/>
              <a:t> хабар </a:t>
            </a:r>
            <a:r>
              <a:rPr lang="ru-RU" dirty="0" err="1"/>
              <a:t>шығарады</a:t>
            </a:r>
            <a:r>
              <a:rPr lang="ru-RU" dirty="0"/>
              <a:t>.</a:t>
            </a:r>
          </a:p>
          <a:p>
            <a:r>
              <a:rPr lang="ru-RU" dirty="0"/>
              <a:t>6️⃣ </a:t>
            </a:r>
            <a:r>
              <a:rPr lang="en-US" dirty="0" err="1"/>
              <a:t>file.close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→ </a:t>
            </a:r>
            <a:r>
              <a:rPr lang="ru-RU" dirty="0" err="1"/>
              <a:t>Файлды</a:t>
            </a:r>
            <a:r>
              <a:rPr lang="ru-RU" dirty="0"/>
              <a:t> </a:t>
            </a:r>
            <a:r>
              <a:rPr lang="ru-RU" dirty="0" err="1"/>
              <a:t>жабады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2E1E7-EA17-4F76-98A9-9367E9BBB02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877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86DB6-79B5-4498-A6F8-09ED71967089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983F-5948-4377-B2FF-67B30E334D11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533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86DB6-79B5-4498-A6F8-09ED71967089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983F-5948-4377-B2FF-67B30E334D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6724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86DB6-79B5-4498-A6F8-09ED71967089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983F-5948-4377-B2FF-67B30E334D11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874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86DB6-79B5-4498-A6F8-09ED71967089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983F-5948-4377-B2FF-67B30E334D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7628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86DB6-79B5-4498-A6F8-09ED71967089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983F-5948-4377-B2FF-67B30E334D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6852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86DB6-79B5-4498-A6F8-09ED71967089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983F-5948-4377-B2FF-67B30E334D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66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86DB6-79B5-4498-A6F8-09ED71967089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983F-5948-4377-B2FF-67B30E334D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550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4A86DB6-79B5-4498-A6F8-09ED71967089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93983F-5948-4377-B2FF-67B30E334D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8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86DB6-79B5-4498-A6F8-09ED71967089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983F-5948-4377-B2FF-67B30E334D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3892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86DB6-79B5-4498-A6F8-09ED71967089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983F-5948-4377-B2FF-67B30E334D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3189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86DB6-79B5-4498-A6F8-09ED71967089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983F-5948-4377-B2FF-67B30E334D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2356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4A86DB6-79B5-4498-A6F8-09ED71967089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B93983F-5948-4377-B2FF-67B30E334D11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658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C1339E-6303-4CCE-84FE-102CECE36A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Сабақтың</a:t>
            </a:r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тақырыбы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kk-KZ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Cambria" panose="02040503050406030204" pitchFamily="18" charset="0"/>
                <a:ea typeface="Cambria" panose="02040503050406030204" pitchFamily="18" charset="0"/>
              </a:rPr>
              <a:t>Java-</a:t>
            </a:r>
            <a:r>
              <a:rPr lang="ru-RU" sz="5400" b="1" dirty="0" err="1">
                <a:latin typeface="Cambria" panose="02040503050406030204" pitchFamily="18" charset="0"/>
                <a:ea typeface="Cambria" panose="02040503050406030204" pitchFamily="18" charset="0"/>
              </a:rPr>
              <a:t>дағы</a:t>
            </a:r>
            <a:r>
              <a:rPr lang="ru-RU" sz="5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5400" b="1" dirty="0" err="1">
                <a:latin typeface="Cambria" panose="02040503050406030204" pitchFamily="18" charset="0"/>
                <a:ea typeface="Cambria" panose="02040503050406030204" pitchFamily="18" charset="0"/>
              </a:rPr>
              <a:t>файлдық</a:t>
            </a:r>
            <a:r>
              <a:rPr lang="ru-RU" sz="5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5400" b="1" dirty="0" err="1">
                <a:latin typeface="Cambria" panose="02040503050406030204" pitchFamily="18" charset="0"/>
                <a:ea typeface="Cambria" panose="02040503050406030204" pitchFamily="18" charset="0"/>
              </a:rPr>
              <a:t>жүйемен</a:t>
            </a:r>
            <a:r>
              <a:rPr lang="ru-RU" sz="5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5400" b="1" dirty="0" err="1">
                <a:latin typeface="Cambria" panose="02040503050406030204" pitchFamily="18" charset="0"/>
                <a:ea typeface="Cambria" panose="02040503050406030204" pitchFamily="18" charset="0"/>
              </a:rPr>
              <a:t>жұмыс</a:t>
            </a:r>
            <a:r>
              <a:rPr lang="ru-RU" sz="5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5400" b="1" dirty="0" err="1">
                <a:latin typeface="Cambria" panose="02040503050406030204" pitchFamily="18" charset="0"/>
                <a:ea typeface="Cambria" panose="02040503050406030204" pitchFamily="18" charset="0"/>
              </a:rPr>
              <a:t>істеудің</a:t>
            </a:r>
            <a:r>
              <a:rPr lang="ru-RU" sz="5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5400" b="1" dirty="0" err="1">
                <a:latin typeface="Cambria" panose="02040503050406030204" pitchFamily="18" charset="0"/>
                <a:ea typeface="Cambria" panose="02040503050406030204" pitchFamily="18" charset="0"/>
              </a:rPr>
              <a:t>заманауи</a:t>
            </a:r>
            <a:r>
              <a:rPr lang="ru-RU" sz="5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5400" b="1" dirty="0" err="1">
                <a:latin typeface="Cambria" panose="02040503050406030204" pitchFamily="18" charset="0"/>
                <a:ea typeface="Cambria" panose="02040503050406030204" pitchFamily="18" charset="0"/>
              </a:rPr>
              <a:t>құралдары</a:t>
            </a:r>
            <a:r>
              <a:rPr lang="ru-RU" sz="5400" b="1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sz="5400" b="1" dirty="0">
                <a:latin typeface="Cambria" panose="02040503050406030204" pitchFamily="18" charset="0"/>
                <a:ea typeface="Cambria" panose="02040503050406030204" pitchFamily="18" charset="0"/>
              </a:rPr>
              <a:t>NIO).</a:t>
            </a:r>
            <a:endParaRPr lang="ru-RU" sz="5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2FF0D0CB-30C4-4807-914B-1618F8C4EF9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00138" y="4456113"/>
            <a:ext cx="10058400" cy="11430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ru-RU" sz="2000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Пән</a:t>
            </a:r>
            <a:r>
              <a:rPr lang="ru-RU" sz="20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Бағдарламалық</a:t>
            </a:r>
            <a:r>
              <a:rPr lang="ru-RU" sz="20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қамтамасыз</a:t>
            </a:r>
            <a:r>
              <a:rPr lang="ru-RU" sz="20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ету</a:t>
            </a:r>
            <a:r>
              <a:rPr lang="ru-RU" sz="20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модульдерін</a:t>
            </a:r>
            <a:r>
              <a:rPr lang="ru-RU" sz="20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бағдарламалау</a:t>
            </a:r>
            <a:endParaRPr lang="en-US" sz="2000" i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kk-KZ" sz="20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Оқытушы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kk-KZ" sz="2000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Талдаубекқызы Арай, арнайы пәндер оқытушысы</a:t>
            </a:r>
            <a:endParaRPr lang="ru-RU" sz="2000" i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0210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F555D2-9839-4C0B-A844-AFA662F3F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k-KZ" sz="4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Кіріспе</a:t>
            </a:r>
            <a:endParaRPr lang="ru-RU" sz="4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268030-F1D2-476B-9272-6674D8658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Заманауи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бағдарламалық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жүйелер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үлкен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көлемдегі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деректермен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жұмыс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істейді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NIO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пайда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болғанға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дейін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бағдарламашылар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java.io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кітапханасын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қолданды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бірақ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оның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өнімділігі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шектеулі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болды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Файлдармен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желілік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ресурстармен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тиімді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жұмыс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істеу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үшін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Java NIO (New Input/Output)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технологиясын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қолданады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</a:t>
            </a:r>
            <a:r>
              <a:rPr lang="en-US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Java NIO </a:t>
            </a:r>
            <a:r>
              <a:rPr lang="ru-RU" sz="24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мыналарды</a:t>
            </a:r>
            <a:r>
              <a:rPr lang="ru-RU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қамтамасыз</a:t>
            </a:r>
            <a:r>
              <a:rPr lang="ru-RU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етеді</a:t>
            </a:r>
            <a:r>
              <a:rPr lang="ru-RU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24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жоғары</a:t>
            </a:r>
            <a:r>
              <a:rPr lang="ru-RU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өнімділік</a:t>
            </a:r>
            <a:r>
              <a:rPr lang="en-US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;</a:t>
            </a:r>
            <a:endParaRPr lang="ru-RU" sz="2400" b="1" i="1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ru-RU" sz="24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масштабталу</a:t>
            </a:r>
            <a:r>
              <a:rPr lang="ru-RU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мүмкіндігі</a:t>
            </a:r>
            <a:r>
              <a:rPr lang="en-US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;</a:t>
            </a:r>
            <a:endParaRPr lang="ru-RU" sz="2400" b="1" i="1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ru-RU" sz="24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файлдық</a:t>
            </a:r>
            <a:r>
              <a:rPr lang="ru-RU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жүйемен</a:t>
            </a:r>
            <a:r>
              <a:rPr lang="ru-RU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жұмыс</a:t>
            </a:r>
            <a:r>
              <a:rPr lang="ru-RU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істеуге</a:t>
            </a:r>
            <a:r>
              <a:rPr lang="ru-RU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арналған</a:t>
            </a:r>
            <a:r>
              <a:rPr lang="ru-RU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ыңғайлы</a:t>
            </a:r>
            <a:r>
              <a:rPr lang="ru-RU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API.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778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00C347-2907-4A8A-928F-C4DC9CE3B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03545"/>
            <a:ext cx="10058400" cy="117072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NIO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дегеніміз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не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30259E-C79E-44A2-8B21-F2C49D351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NIO (New Input/Output)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келесі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объектілермен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жұмыс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істеуге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арналған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заманауи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kk-KZ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айлдар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арналар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channels);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буферлер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buffers) 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ағындары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3901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1C4E32-6D9F-441A-A490-21B4159B5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77B787-1DA8-4387-BC4C-B119BC3A0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9D5CB4-5F8B-430A-979E-0920080BE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83" y="1523880"/>
            <a:ext cx="11313337" cy="3511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311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5B3B4E-A128-4151-9CC2-F094F26A3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246995" cy="116119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NIO (New Input/Output)</a:t>
            </a: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k-KZ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ru-RU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егізгі</a:t>
            </a: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пакеттер</a:t>
            </a:r>
            <a:r>
              <a:rPr lang="ru-RU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AEDDEC-2E70-470A-8606-A2D2124D9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2350" y="2305050"/>
            <a:ext cx="6315075" cy="3564044"/>
          </a:xfrm>
        </p:spPr>
        <p:txBody>
          <a:bodyPr>
            <a:normAutofit/>
          </a:bodyPr>
          <a:lstStyle/>
          <a:p>
            <a:r>
              <a:rPr lang="en-US" sz="6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java.nio</a:t>
            </a:r>
            <a:endParaRPr lang="en-US" sz="6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java.nio.file</a:t>
            </a:r>
            <a:endParaRPr lang="en-US" sz="6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java.nio.channels</a:t>
            </a:r>
            <a:endParaRPr lang="ru-RU" sz="6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282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FAC26-09E9-4316-971B-5F5754E06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 </a:t>
            </a:r>
            <a:r>
              <a:rPr lang="ru-RU" sz="4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NIO </a:t>
            </a:r>
            <a:r>
              <a:rPr lang="ru-RU" sz="4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айырмашылығы</a:t>
            </a:r>
            <a:endParaRPr lang="ru-RU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F6A5ABCC-268E-42FE-9829-526D208DDB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1487271"/>
              </p:ext>
            </p:extLst>
          </p:nvPr>
        </p:nvGraphicFramePr>
        <p:xfrm>
          <a:off x="1096963" y="1846263"/>
          <a:ext cx="100584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119609742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387815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0723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Ағындық модель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Буферлік</a:t>
                      </a:r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модель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5698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Блоктаушы</a:t>
                      </a:r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операциялар</a:t>
                      </a: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Блоктамайтын</a:t>
                      </a:r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операциялар</a:t>
                      </a: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2527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Баяу</a:t>
                      </a: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Жылдамырақ</a:t>
                      </a: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9714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Ескі </a:t>
                      </a: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Заманауи</a:t>
                      </a:r>
                      <a:r>
                        <a:rPr lang="ru-RU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1991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A85A824-4F76-416D-879D-B72C3110890F}"/>
              </a:ext>
            </a:extLst>
          </p:cNvPr>
          <p:cNvSpPr txBox="1"/>
          <p:nvPr/>
        </p:nvSpPr>
        <p:spPr>
          <a:xfrm>
            <a:off x="1096963" y="4662785"/>
            <a:ext cx="10058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Түсіндірме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NIO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буферлер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арналарды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қолданады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сондықтан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файлдармен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жұмыс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жылдамырақ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орындалады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2615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FAC26-09E9-4316-971B-5F5754E0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5992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 </a:t>
            </a:r>
            <a:r>
              <a:rPr lang="ru-RU"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NIO </a:t>
            </a:r>
            <a:r>
              <a:rPr lang="ru-RU"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айырмашылығы</a:t>
            </a:r>
            <a:endParaRPr lang="ru-RU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85A824-4F76-416D-879D-B72C3110890F}"/>
              </a:ext>
            </a:extLst>
          </p:cNvPr>
          <p:cNvSpPr txBox="1"/>
          <p:nvPr/>
        </p:nvSpPr>
        <p:spPr>
          <a:xfrm>
            <a:off x="1097280" y="4834830"/>
            <a:ext cx="10058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Түсіндірме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NIO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буферлер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арналарды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қолданады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сондықтан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файлдармен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жұмыс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жылдамырақ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орындалады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516606C-C5DD-4729-8269-467ED6E9F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3046303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25A89AC-7C40-4783-958F-6BA6F5DB6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157" y="918056"/>
            <a:ext cx="6275267" cy="394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149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07B45A-A4DF-42F3-B8EA-20273C4FF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NIO </a:t>
            </a:r>
            <a:r>
              <a:rPr lang="ru-RU"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</a:t>
            </a:r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компоненттері</a:t>
            </a:r>
            <a:endParaRPr lang="ru-RU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3ABE15-F22F-456B-8D09-2D9784C4D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343150"/>
            <a:ext cx="10058400" cy="3525944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NIO-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ның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элементтері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1️⃣ 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файлдың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жолы</a:t>
            </a:r>
            <a:b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2️⃣ 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файлдармен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жұмыс</a:t>
            </a:r>
            <a:b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3️⃣ 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буфері</a:t>
            </a:r>
            <a:b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4️⃣ 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тасымалдау</a:t>
            </a: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арнасы</a:t>
            </a:r>
            <a:endParaRPr lang="ru-RU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DFF1E8-6FF0-42FB-A44C-362494DC0F33}"/>
              </a:ext>
            </a:extLst>
          </p:cNvPr>
          <p:cNvSpPr txBox="1"/>
          <p:nvPr/>
        </p:nvSpPr>
        <p:spPr>
          <a:xfrm>
            <a:off x="8686799" y="2343150"/>
            <a:ext cx="4238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Мысал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448054-0F00-4B80-B2C1-91FCD2DE7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0107" y="2881207"/>
            <a:ext cx="5481893" cy="7150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32E733-EE0F-4573-BDE5-C4FDEA6B5B0F}"/>
              </a:ext>
            </a:extLst>
          </p:cNvPr>
          <p:cNvSpPr txBox="1"/>
          <p:nvPr/>
        </p:nvSpPr>
        <p:spPr>
          <a:xfrm>
            <a:off x="1228725" y="4872335"/>
            <a:ext cx="106108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Түсіндірме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lang="ru-RU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файлмен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тікелей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жұмыс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істемейді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тек </a:t>
            </a:r>
            <a:r>
              <a:rPr lang="ru-RU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файлдың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орналасқан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жолын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көрсетеді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3671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CF02F8-F01F-40E1-86D0-4DD77362C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Files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класы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69B7D5-AE2E-4BFD-B25D-468FEAE54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523220" cy="402336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Files — </a:t>
            </a:r>
            <a:r>
              <a:rPr lang="ru-RU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файлдық</a:t>
            </a: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жүйемен</a:t>
            </a: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жұмыс</a:t>
            </a: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істеудің</a:t>
            </a: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</a:t>
            </a: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класы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класы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файлдармен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жұмыс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істеуге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арналған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әдістерді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қамтиды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50EDEC-3D2E-4792-865C-BF7F510BC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2603475"/>
            <a:ext cx="2828018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</a:t>
            </a: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әдістер</a:t>
            </a:r>
            <a:r>
              <a:rPr kumimoji="0" lang="ru-RU" altLang="ru-RU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createFile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delete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copy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move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readAllLines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write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864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7C9532-7C6F-42F9-AB0F-929F53137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684947"/>
          </a:xfrm>
        </p:spPr>
        <p:txBody>
          <a:bodyPr>
            <a:normAutofit/>
          </a:bodyPr>
          <a:lstStyle/>
          <a:p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Файлды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оқу</a:t>
            </a:r>
            <a:endParaRPr lang="ru-RU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9D04C08-8EE5-46A8-B7D3-4DC2A2F23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971550"/>
            <a:ext cx="7431643" cy="58864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5A14EF9-2E95-4378-989E-00517F9C6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5744" y="3099363"/>
            <a:ext cx="3010161" cy="8154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052AB0-0DFC-4763-8F9D-BCC1C6C73A39}"/>
              </a:ext>
            </a:extLst>
          </p:cNvPr>
          <p:cNvSpPr txBox="1"/>
          <p:nvPr/>
        </p:nvSpPr>
        <p:spPr>
          <a:xfrm>
            <a:off x="8905744" y="2615684"/>
            <a:ext cx="3010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Нәтеже</a:t>
            </a: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1" u="sng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F7C98944-661A-4990-889A-23EA37A13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5743" y="4339621"/>
            <a:ext cx="3010161" cy="1569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readAllLines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әдісі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файлдың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барлық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мәтінін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жолдар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тізімі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ретінде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оқиды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62406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3CED0A-C821-417B-83B2-129A80227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70647"/>
          </a:xfrm>
        </p:spPr>
        <p:txBody>
          <a:bodyPr>
            <a:noAutofit/>
          </a:bodyPr>
          <a:lstStyle/>
          <a:p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Файлға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жазу</a:t>
            </a:r>
            <a:endParaRPr lang="ru-RU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0AE559-82A0-4CE2-BABF-DE5CEEAD8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937140"/>
            <a:ext cx="7877559" cy="5759811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037E54E-2252-4FB8-8898-C6025D1251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0255" y="3027028"/>
            <a:ext cx="3561745" cy="1070644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837B54F-0B4B-42EA-BF4F-5B26323C2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6757" y="4324312"/>
            <a:ext cx="3105243" cy="12753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906FCF-C305-4887-82EA-829E57DC1680}"/>
              </a:ext>
            </a:extLst>
          </p:cNvPr>
          <p:cNvSpPr txBox="1"/>
          <p:nvPr/>
        </p:nvSpPr>
        <p:spPr>
          <a:xfrm>
            <a:off x="8630255" y="2431056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Нәтеже</a:t>
            </a: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1" u="sng" dirty="0"/>
          </a:p>
        </p:txBody>
      </p:sp>
    </p:spTree>
    <p:extLst>
      <p:ext uri="{BB962C8B-B14F-4D97-AF65-F5344CB8AC3E}">
        <p14:creationId xmlns:p14="http://schemas.microsoft.com/office/powerpoint/2010/main" val="413846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9EBB60-7A35-4EEA-9F96-EAC82E493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75" y="286604"/>
            <a:ext cx="10060305" cy="370621"/>
          </a:xfrm>
        </p:spPr>
        <p:txBody>
          <a:bodyPr>
            <a:normAutofit fontScale="90000"/>
          </a:bodyPr>
          <a:lstStyle/>
          <a:p>
            <a:r>
              <a:rPr lang="ru-RU" sz="4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Файлды</a:t>
            </a:r>
            <a:r>
              <a:rPr lang="ru-RU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көшіру</a:t>
            </a:r>
            <a:endParaRPr lang="ru-RU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31E0F7C-EB0E-40E7-A5CC-9FB2FA8A5E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6366" y="791626"/>
            <a:ext cx="7110405" cy="6066374"/>
          </a:xfr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D402E7-2D32-4398-92F9-C1168B26C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096" y="2823193"/>
            <a:ext cx="3505447" cy="12116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A7FD6B-7CAB-4564-8239-81683D35ADBB}"/>
              </a:ext>
            </a:extLst>
          </p:cNvPr>
          <p:cNvSpPr txBox="1"/>
          <p:nvPr/>
        </p:nvSpPr>
        <p:spPr>
          <a:xfrm>
            <a:off x="8337634" y="2096571"/>
            <a:ext cx="3778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Нәтеже</a:t>
            </a: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1" u="sng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9C515E1-AF3C-494E-8E21-059D3ACB9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634" y="4392096"/>
            <a:ext cx="3569966" cy="105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198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9179B5-64D1-42BA-BF1D-CD4462B3D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EAD122E-7058-4472-B020-54165FD7B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7645" y="623423"/>
            <a:ext cx="7536180" cy="611933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B01EE3-9445-48B1-9D8D-34758572EFFE}"/>
              </a:ext>
            </a:extLst>
          </p:cNvPr>
          <p:cNvSpPr txBox="1"/>
          <p:nvPr/>
        </p:nvSpPr>
        <p:spPr>
          <a:xfrm>
            <a:off x="582930" y="10193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Файлды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k-KZ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жою</a:t>
            </a:r>
            <a:endParaRPr lang="ru-RU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40A2AC-AE6C-43E0-B788-7F046A942FF7}"/>
              </a:ext>
            </a:extLst>
          </p:cNvPr>
          <p:cNvSpPr txBox="1"/>
          <p:nvPr/>
        </p:nvSpPr>
        <p:spPr>
          <a:xfrm>
            <a:off x="7859487" y="2205760"/>
            <a:ext cx="4124868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Есте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сақта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Files.delete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жоқ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болса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береді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Files.deleteIfExists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жоқ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болса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болмайды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8C594CF-435A-4383-AFE5-45D8C3280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115" y="4151488"/>
            <a:ext cx="3777079" cy="10301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B2B53A-8D38-468C-810A-103BA326A1C7}"/>
              </a:ext>
            </a:extLst>
          </p:cNvPr>
          <p:cNvSpPr txBox="1"/>
          <p:nvPr/>
        </p:nvSpPr>
        <p:spPr>
          <a:xfrm>
            <a:off x="7859487" y="3732622"/>
            <a:ext cx="4124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Нәтеже</a:t>
            </a: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1" u="sng" dirty="0"/>
          </a:p>
        </p:txBody>
      </p:sp>
    </p:spTree>
    <p:extLst>
      <p:ext uri="{BB962C8B-B14F-4D97-AF65-F5344CB8AC3E}">
        <p14:creationId xmlns:p14="http://schemas.microsoft.com/office/powerpoint/2010/main" val="2879875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4909B1-B0B1-4A63-A9EF-48B5529E6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154" y="0"/>
            <a:ext cx="9076509" cy="562483"/>
          </a:xfrm>
        </p:spPr>
        <p:txBody>
          <a:bodyPr>
            <a:normAutofit/>
          </a:bodyPr>
          <a:lstStyle/>
          <a:p>
            <a:r>
              <a:rPr lang="kk-KZ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Мысал 1. 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Channel </a:t>
            </a:r>
            <a:r>
              <a:rPr lang="kk-KZ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 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kk-KZ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қ</a:t>
            </a:r>
            <a:r>
              <a:rPr lang="ru-RU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олдануы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227E32-DE52-4B25-B04C-E9BB5F4F9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1274" y="1843013"/>
            <a:ext cx="4704051" cy="150978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Channel —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файлдан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дерек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тасымалдайды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 —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сол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деректі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уақытша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сақтайды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C999BA-062D-4EEA-834A-8FAB3949C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1822"/>
            <a:ext cx="7421274" cy="59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847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1FD916-E656-4367-9683-104D4948B3EB}"/>
              </a:ext>
            </a:extLst>
          </p:cNvPr>
          <p:cNvSpPr txBox="1"/>
          <p:nvPr/>
        </p:nvSpPr>
        <p:spPr>
          <a:xfrm>
            <a:off x="1228725" y="1905506"/>
            <a:ext cx="98202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FileInputStream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файлдан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оқуға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мүмкіндік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береді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Файлдан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аламыз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 мен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арасындағы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тасымалдайтын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Содан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кейін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байт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көлемінде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жасаймыз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файлдан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оқылған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уақытша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сақтайтын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Соңында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Buffer-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оқимыз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Қысқаша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процесс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былай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жүреді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 →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→ Buffer →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133951-CF85-4A2F-890B-B2192C6CEFBC}"/>
              </a:ext>
            </a:extLst>
          </p:cNvPr>
          <p:cNvSpPr txBox="1"/>
          <p:nvPr/>
        </p:nvSpPr>
        <p:spPr>
          <a:xfrm>
            <a:off x="1948543" y="112067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k-KZ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Мысал 1. Түсіндірмесі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6597091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Синий и зеленый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284</TotalTime>
  <Words>703</Words>
  <Application>Microsoft Office PowerPoint</Application>
  <PresentationFormat>Широкоэкранный</PresentationFormat>
  <Paragraphs>89</Paragraphs>
  <Slides>15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</vt:lpstr>
      <vt:lpstr>Times New Roman</vt:lpstr>
      <vt:lpstr>Wingdings</vt:lpstr>
      <vt:lpstr>Ретро</vt:lpstr>
      <vt:lpstr>Сабақтың тақырыбы:  Java-дағы файлдық жүйемен жұмыс істеудің заманауи құралдары (NIO).</vt:lpstr>
      <vt:lpstr>Кіріспе</vt:lpstr>
      <vt:lpstr>Java NIO дегеніміз не?</vt:lpstr>
      <vt:lpstr>Презентация PowerPoint</vt:lpstr>
      <vt:lpstr>Java NIO (New Input/Output) негізгі пакеттер:</vt:lpstr>
      <vt:lpstr>IO және NIO айырмашылығы</vt:lpstr>
      <vt:lpstr>IO және NIO айырмашылығы</vt:lpstr>
      <vt:lpstr>NIO негізгі компоненттері</vt:lpstr>
      <vt:lpstr>Files класы</vt:lpstr>
      <vt:lpstr>Файлды оқу</vt:lpstr>
      <vt:lpstr>Файлға жазу</vt:lpstr>
      <vt:lpstr>Файлды көшіру</vt:lpstr>
      <vt:lpstr>Презентация PowerPoint</vt:lpstr>
      <vt:lpstr>Мысал 1. Channel және Buffer қолдануы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Сабақтың тақырыбы:  Java-дағы файлдық жүйемен жұмыс істеудің заманауи құралдары (NIO).</dc:title>
  <dc:creator>ZHalgas Umtyl</dc:creator>
  <cp:lastModifiedBy>ZHalgas Umtyl</cp:lastModifiedBy>
  <cp:revision>48</cp:revision>
  <dcterms:created xsi:type="dcterms:W3CDTF">2026-03-28T15:36:04Z</dcterms:created>
  <dcterms:modified xsi:type="dcterms:W3CDTF">2026-03-29T17:11:09Z</dcterms:modified>
</cp:coreProperties>
</file>